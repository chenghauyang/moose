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3152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64"/>
  </p:normalViewPr>
  <p:slideViewPr>
    <p:cSldViewPr snapToGrid="0" snapToObjects="1">
      <p:cViewPr>
        <p:scale>
          <a:sx n="160" d="100"/>
          <a:sy n="160" d="100"/>
        </p:scale>
        <p:origin x="1776" y="856"/>
      </p:cViewPr>
      <p:guideLst>
        <p:guide orient="horz" pos="1440"/>
        <p:guide pos="23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420284"/>
            <a:ext cx="621792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2590800"/>
            <a:ext cx="512064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25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18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2937934"/>
            <a:ext cx="6217920" cy="9080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7850" y="1937810"/>
            <a:ext cx="6217920" cy="100012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23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5760" y="1066801"/>
            <a:ext cx="3230880" cy="301730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18560" y="1066801"/>
            <a:ext cx="3230880" cy="301730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75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1023409"/>
            <a:ext cx="3232150" cy="4265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5760" y="1449917"/>
            <a:ext cx="3232150" cy="263419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16021" y="1023409"/>
            <a:ext cx="3233420" cy="4265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16021" y="1449917"/>
            <a:ext cx="3233420" cy="263419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604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105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78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1" y="182033"/>
            <a:ext cx="2406650" cy="7747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0040" y="182035"/>
            <a:ext cx="4089400" cy="3902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5761" y="956734"/>
            <a:ext cx="2406650" cy="31273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77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3830" y="3200401"/>
            <a:ext cx="4389120" cy="3778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33830" y="408517"/>
            <a:ext cx="4389120" cy="2743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3830" y="3578226"/>
            <a:ext cx="4389120" cy="5365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089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84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03520" y="183092"/>
            <a:ext cx="164592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5760" y="183092"/>
            <a:ext cx="481584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21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760" y="183092"/>
            <a:ext cx="658368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1066801"/>
            <a:ext cx="658368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5760" y="4237568"/>
            <a:ext cx="170688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7BCBE-A2DD-2248-8676-657FEEB74689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99360" y="4237568"/>
            <a:ext cx="231648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42560" y="4237568"/>
            <a:ext cx="170688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47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AI-generated content may be incorrect.">
            <a:extLst>
              <a:ext uri="{FF2B5EF4-FFF2-40B4-BE49-F238E27FC236}">
                <a16:creationId xmlns:a16="http://schemas.microsoft.com/office/drawing/2014/main" id="{C47265F1-17AC-60E3-F59A-BF5F09138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86297" cy="4572000"/>
          </a:xfrm>
          <a:prstGeom prst="rect">
            <a:avLst/>
          </a:prstGeom>
        </p:spPr>
      </p:pic>
      <p:pic>
        <p:nvPicPr>
          <p:cNvPr id="7" name="Picture 6" descr="Graphical user interface, text, application&#10;&#10;AI-generated content may be incorrect.">
            <a:extLst>
              <a:ext uri="{FF2B5EF4-FFF2-40B4-BE49-F238E27FC236}">
                <a16:creationId xmlns:a16="http://schemas.microsoft.com/office/drawing/2014/main" id="{90DCE3E6-BEB8-DA33-1F8E-8ADE312AB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559" y="112409"/>
            <a:ext cx="1335926" cy="155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226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Wu Coral</dc:creator>
  <cp:lastModifiedBy>YANG, CHENG-HAU</cp:lastModifiedBy>
  <cp:revision>3</cp:revision>
  <dcterms:created xsi:type="dcterms:W3CDTF">2014-01-14T12:05:24Z</dcterms:created>
  <dcterms:modified xsi:type="dcterms:W3CDTF">2025-05-29T17:54:14Z</dcterms:modified>
</cp:coreProperties>
</file>